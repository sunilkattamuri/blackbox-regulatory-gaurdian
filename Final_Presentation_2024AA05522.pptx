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Black Box to Regulatory Guardian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Explainable, Guardrailed Agentic AI Platform for Multi-Modal Banking Contract Review</a:t>
            </a:r>
          </a:p>
          <a:p/>
          <a:p>
            <a:r>
              <a:t>Student: Kattamuri Sunil Kumar (2024AA05522)</a:t>
            </a:r>
          </a:p>
          <a:p>
            <a:r>
              <a:t>BITS Pilani WILP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Banks navigate complex, high-stakes regulatory ecosystems.</a:t>
            </a:r>
          </a:p>
          <a:p>
            <a:r>
              <a:t>Manual contract review and tracking is labor-dense and susceptible to oversight.</a:t>
            </a:r>
          </a:p>
          <a:p>
            <a:r>
              <a:t>Standard Generative AI models act as 'black boxes' prone to hallucinations.</a:t>
            </a:r>
          </a:p>
          <a:p>
            <a:r>
              <a:t>Solution: A multi-modal, agentic AI platform with guardrails and explainability (XAI).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Multi-Modal Parsing: LayoutLMv3 + Legal-BERT/DeBERTa</a:t>
            </a:r>
          </a:p>
          <a:p>
            <a:r>
              <a:t>2. LangGraph Orchestrator: Stateful, deterministic agent workflow</a:t>
            </a:r>
          </a:p>
          <a:p>
            <a:r>
              <a:t>3. Model Context Protocol (MCP): Secure internal database access</a:t>
            </a:r>
          </a:p>
          <a:p>
            <a:r>
              <a:t>4. Guardrails AI: Runtime verification to stop hallucinations</a:t>
            </a:r>
          </a:p>
          <a:p>
            <a:r>
              <a:t>5. Explainability (SHAP): Highlight feature attribution in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Obligation Extraction (CUAD Dataset):</a:t>
            </a:r>
          </a:p>
          <a:p>
            <a:r>
              <a:t>  - Legal-BERT F1-Score: 82.8% (outperforms GPT-3.5 at 73.7%)</a:t>
            </a:r>
          </a:p>
          <a:p>
            <a:r>
              <a:t>Layout Parsing (DocLayNet Dataset):</a:t>
            </a:r>
          </a:p>
          <a:p>
            <a:r>
              <a:t>  - LayoutLMv3 Table AP: 89.1 (vs OCR PyTesseract 12.4)</a:t>
            </a:r>
          </a:p>
          <a:p>
            <a:r>
              <a:t>Safety &amp; Hallucination Rate:</a:t>
            </a:r>
          </a:p>
          <a:p>
            <a:r>
              <a:t>  - &lt; 0.8% failure rate under active Guardrails AI schemas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replaced opaque LLM processes with transparent agentic workflows.</a:t>
            </a:r>
          </a:p>
          <a:p>
            <a:r>
              <a:t>Decoupled architecture (LangGraph + MCP) ensures enterprise security.</a:t>
            </a:r>
          </a:p>
          <a:p>
            <a:r>
              <a:t>Bridged the gap between AI parsing and automated regulatory compliance lifecycle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